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5143500" cx="9144000"/>
  <p:notesSz cx="6858000" cy="9144000"/>
  <p:embeddedFontLst>
    <p:embeddedFont>
      <p:font typeface="Montserrat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Montserrat-bold.fntdata"/><Relationship Id="rId16" Type="http://schemas.openxmlformats.org/officeDocument/2006/relationships/font" Target="fonts/Montserrat-regular.fntdata"/><Relationship Id="rId5" Type="http://schemas.openxmlformats.org/officeDocument/2006/relationships/slide" Target="slides/slide1.xml"/><Relationship Id="rId19" Type="http://schemas.openxmlformats.org/officeDocument/2006/relationships/font" Target="fonts/Montserrat-boldItalic.fntdata"/><Relationship Id="rId6" Type="http://schemas.openxmlformats.org/officeDocument/2006/relationships/slide" Target="slides/slide2.xml"/><Relationship Id="rId18" Type="http://schemas.openxmlformats.org/officeDocument/2006/relationships/font" Target="fonts/Montserrat-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586a91ea0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586a91ea0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2586a91ea0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2586a91ea0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21ce34638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21ce34638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21ce34638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21ce34638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21ce34638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21ce34638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21ce34638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21ce34638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21ce34638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21ce34638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21ce34638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21ce34638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21ce34638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21ce34638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21ce34638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21ce34638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21ce34638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21ce34638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Errors and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Exception Handling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5" name="Google Shape;55;p1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6" name="Google Shape;56;p1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Errors are bound to happen in your code!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Especially when someone else ends up using it in an unexpected way.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can use error handling to attempt to plan for possible errors.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3" name="Google Shape;63;p1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4" name="Google Shape;64;p1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For example, a user may try to write to a file that was only opened in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mode=’r’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Currently if there is any type of error in your code, the entire script will stop.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can use Error Handling to let the script continue with other code, even if there is an error.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1" name="Google Shape;71;p1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2" name="Google Shape;72;p1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use three keywords for this: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try: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is the block of code to be attempted (may lead to an error)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except: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Block of code will execute in case there is an error in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try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block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finally: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A final block of code to be executed, regardless of an error.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9" name="Google Shape;79;p1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0" name="Google Shape;80;p1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Unit Testing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6" name="Google Shape;86;p1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7" name="Google Shape;87;p1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3" name="Google Shape;93;p1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As you begin to expand to larger multi-file projects it becomes important to have tests in place.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way as you make changes or update your code, you can run your test files to make sure previous code still runs as expected.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4" name="Google Shape;94;p18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5" name="Google Shape;95;p1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1" name="Google Shape;101;p1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There are several testing tools, we will focus on two: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pylint: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is a library that looks at your code and reports back possible issues.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unittest: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built-in library will allow to test your own programs and check you are getting desired outputs.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2" name="Google Shape;102;p19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3" name="Google Shape;103;p1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9" name="Google Shape;109;p2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We’ll begin by showing you how to use pylint to check your code for possible errors and styling.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Python as a set of style convention rules known as “PEP 8”.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10" name="Google Shape;110;p20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1" name="Google Shape;111;p2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7" name="Google Shape;117;p2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Afterwards we will explore how to test our code with the built-in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unittest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library.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18" name="Google Shape;118;p21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9" name="Google Shape;119;p2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5" name="Google Shape;125;p22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For this lecture we will be creating .py scripts in sublime.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You can still use the associated notebook for code using the %%writefile magic jupyter command.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get started!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6" name="Google Shape;126;p22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7" name="Google Shape;127;p2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3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Unit Testing - Part 2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33" name="Google Shape;133;p2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34" name="Google Shape;134;p2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