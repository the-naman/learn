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6858000" cy="9144000"/>
  <p:embeddedFontLst>
    <p:embeddedFont>
      <p:font typeface="Montserrat"/>
      <p:regular r:id="rId20"/>
      <p:bold r:id="rId21"/>
      <p:italic r:id="rId22"/>
      <p:boldItalic r:id="rId23"/>
    </p:embeddedFont>
    <p:embeddedFont>
      <p:font typeface="Source Code Pro"/>
      <p:regular r:id="rId24"/>
      <p:bold r:id="rId25"/>
      <p:italic r:id="rId26"/>
      <p:boldItalic r:id="rId27"/>
    </p:embeddedFont>
    <p:embeddedFont>
      <p:font typeface="Overpas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SourceCodePro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ourceCodePro-italic.fntdata"/><Relationship Id="rId25" Type="http://schemas.openxmlformats.org/officeDocument/2006/relationships/font" Target="fonts/SourceCodePro-bold.fntdata"/><Relationship Id="rId28" Type="http://schemas.openxmlformats.org/officeDocument/2006/relationships/font" Target="fonts/Overpass-regular.fntdata"/><Relationship Id="rId27" Type="http://schemas.openxmlformats.org/officeDocument/2006/relationships/font" Target="fonts/SourceCodePr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Overpas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verpass-boldItalic.fntdata"/><Relationship Id="rId30" Type="http://schemas.openxmlformats.org/officeDocument/2006/relationships/font" Target="fonts/Overpass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35efba9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35efba9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5efba95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5efba9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35efba957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35efba95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bcd33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bcd33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5efba957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5efba95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35efba95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35efba95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5efba95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5efba95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35efba95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35efba95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35efba95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35efba95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35efba95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35efba95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35efba95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35efba95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5efba957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5efba957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35efba957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35efba957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Object Oriented Programming (OOP) allows programmers to create their own objects that have methods and attributes.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Recall that after defining a string,list, dictionary, or other objects, you were able to call methods off of them with the .method_name()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methods act as functions that use information about the object, as well as the object itself to return results, or change the current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 this includes appending to a list, or counting the occurences of an element in a tuple.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OOP allows users to create their own objects.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general format is often confusing when first encountered, and its usefulness may not be completely clear at first.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general, OOP allows us to create code that is repeatable and organized.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much larger scripts of Python code, functions by themselves aren’t enough for organization and repeatability.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Commonly repeated tasks and objects can be defined with OOP to create code that is more usable.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check out the syntax.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>
            <a:off x="1417725" y="1022700"/>
            <a:ext cx="37551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4" name="Google Shape;114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/>
          <p:nvPr/>
        </p:nvSpPr>
        <p:spPr>
          <a:xfrm>
            <a:off x="2208600" y="1801825"/>
            <a:ext cx="5799600" cy="720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22" name="Google Shape;122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3" name="Google Shape;123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32" name="Google Shape;132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3" name="Google Shape;133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/>
          <p:nvPr/>
        </p:nvSpPr>
        <p:spPr>
          <a:xfrm>
            <a:off x="6215600" y="2018600"/>
            <a:ext cx="1282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5020600" y="2938425"/>
            <a:ext cx="14058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2"/>
          <p:cNvSpPr/>
          <p:nvPr/>
        </p:nvSpPr>
        <p:spPr>
          <a:xfrm>
            <a:off x="2612975" y="293842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43" name="Google Shape;143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/>
          <p:nvPr/>
        </p:nvSpPr>
        <p:spPr>
          <a:xfrm>
            <a:off x="2185150" y="3701325"/>
            <a:ext cx="4012800" cy="57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52" name="Google Shape;152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3" name="Google Shape;153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5"/>
          <p:cNvSpPr txBox="1"/>
          <p:nvPr>
            <p:ph idx="1" type="body"/>
          </p:nvPr>
        </p:nvSpPr>
        <p:spPr>
          <a:xfrm>
            <a:off x="311700" y="106462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" sz="29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class </a:t>
            </a:r>
            <a:r>
              <a:rPr lang="en" sz="2900">
                <a:solidFill>
                  <a:srgbClr val="85200C"/>
                </a:solidFill>
                <a:latin typeface="Overpass"/>
                <a:ea typeface="Overpass"/>
                <a:cs typeface="Overpass"/>
                <a:sym typeface="Overpass"/>
              </a:rPr>
              <a:t>NameOfClass()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    		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__init__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,param1,param2):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.param1 = param1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.param2 = param2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	def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 </a:t>
            </a:r>
            <a:r>
              <a:rPr lang="en" sz="2900">
                <a:solidFill>
                  <a:srgbClr val="B45F06"/>
                </a:solidFill>
                <a:latin typeface="Overpass"/>
                <a:ea typeface="Overpass"/>
                <a:cs typeface="Overpass"/>
                <a:sym typeface="Overpass"/>
              </a:rPr>
              <a:t>some_method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</a:t>
            </a:r>
            <a:r>
              <a:rPr lang="en" sz="2900">
                <a:solidFill>
                  <a:srgbClr val="274E13"/>
                </a:solidFill>
                <a:latin typeface="Overpass"/>
                <a:ea typeface="Overpass"/>
                <a:cs typeface="Overpass"/>
                <a:sym typeface="Overpass"/>
              </a:rPr>
              <a:t>self</a:t>
            </a: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):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</a:t>
            </a:r>
            <a:r>
              <a:rPr i="1" lang="en" sz="29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# perform some action</a:t>
            </a:r>
            <a:endParaRPr i="1" sz="29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		print(self.param1)</a:t>
            </a:r>
            <a:endParaRPr sz="29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0B5394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61" name="Google Shape;16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2" name="Google Shape;16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5219700" y="3776050"/>
            <a:ext cx="825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3591225" y="4613875"/>
            <a:ext cx="2061900" cy="49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Object Oriented Programming in more detail with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1" name="Google Shape;171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ctrTitle"/>
          </p:nvPr>
        </p:nvSpPr>
        <p:spPr>
          <a:xfrm>
            <a:off x="364433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 Oriented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Programming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Challenge Solution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8" name="Google Shape;178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9" name="Google Shape;17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