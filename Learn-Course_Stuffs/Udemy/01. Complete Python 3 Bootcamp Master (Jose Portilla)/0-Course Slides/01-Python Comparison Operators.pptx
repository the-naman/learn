
<file path=[Content_Types].xml><?xml version="1.0" encoding="utf-8"?>
<Types xmlns="http://schemas.openxmlformats.org/package/2006/content-types">
  <Default ContentType="image/jpeg" Extension="jpg"/>
  <Default ContentType="application/x-fontdata" Extension="fntdata"/>
  <Default ContentType="application/xml" Extension="xml"/>
  <Default ContentType="application/vnd.openxmlformats-package.relationships+xml" Extension="rels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9" r:id="rId3"/>
  </p:sldMasterIdLst>
  <p:notesMasterIdLst>
    <p:notesMasterId r:id="rId4"/>
  </p:notesMasterIdLst>
  <p:sldIdLst>
    <p:sldId id="256" r:id="rId5"/>
    <p:sldId id="257" r:id="rId6"/>
  </p:sldIdLst>
  <p:sldSz cy="5143500" cx="9144000"/>
  <p:notesSz cx="6858000" cy="9144000"/>
  <p:embeddedFontLst>
    <p:embeddedFont>
      <p:font typeface="Montserrat"/>
      <p:regular r:id="rId7"/>
      <p:bold r:id="rId8"/>
      <p:italic r:id="rId9"/>
      <p:boldItalic r:id="rId10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_rels/presentation.xml.rels><?xml version="1.0" encoding="UTF-8" standalone="yes"?><Relationships xmlns="http://schemas.openxmlformats.org/package/2006/relationships"><Relationship Id="rId1" Type="http://schemas.openxmlformats.org/officeDocument/2006/relationships/theme" Target="theme/theme2.xml"/><Relationship Id="rId2" Type="http://schemas.openxmlformats.org/officeDocument/2006/relationships/presProps" Target="presProps.xml"/><Relationship Id="rId3" Type="http://schemas.openxmlformats.org/officeDocument/2006/relationships/slideMaster" Target="slideMasters/slideMaster1.xml"/><Relationship Id="rId4" Type="http://schemas.openxmlformats.org/officeDocument/2006/relationships/notesMaster" Target="notesMasters/notesMaster1.xml"/><Relationship Id="rId10" Type="http://schemas.openxmlformats.org/officeDocument/2006/relationships/font" Target="fonts/Montserrat-boldItalic.fntdata"/><Relationship Id="rId9" Type="http://schemas.openxmlformats.org/officeDocument/2006/relationships/font" Target="fonts/Montserrat-italic.fntdata"/><Relationship Id="rId5" Type="http://schemas.openxmlformats.org/officeDocument/2006/relationships/slide" Target="slides/slide1.xml"/><Relationship Id="rId6" Type="http://schemas.openxmlformats.org/officeDocument/2006/relationships/slide" Target="slides/slide2.xml"/><Relationship Id="rId7" Type="http://schemas.openxmlformats.org/officeDocument/2006/relationships/font" Target="fonts/Montserrat-regular.fntdata"/><Relationship Id="rId8" Type="http://schemas.openxmlformats.org/officeDocument/2006/relationships/font" Target="fonts/Montserrat-bold.fntdata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100"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 sz="1100"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 sz="1100"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100"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 sz="1100"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 sz="1100"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100"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 sz="1100"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" name="Google Shape;52;p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8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g2586a91ea0_0_9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0" name="Google Shape;60;g2586a91ea0_0_9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.jp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1.jp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3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latin typeface="Montserrat"/>
                <a:ea typeface="Montserrat"/>
                <a:cs typeface="Montserrat"/>
                <a:sym typeface="Montserrat"/>
              </a:rPr>
              <a:t>Python Comparison </a:t>
            </a:r>
            <a:endParaRPr b="1"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latin typeface="Montserrat"/>
                <a:ea typeface="Montserrat"/>
                <a:cs typeface="Montserrat"/>
                <a:sym typeface="Montserrat"/>
              </a:rPr>
              <a:t>Operators</a:t>
            </a:r>
            <a:endParaRPr b="1"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55" name="Google Shape;55;p13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watermark.jpg" id="56" name="Google Shape;56;p13"/>
          <p:cNvPicPr preferRelativeResize="0"/>
          <p:nvPr/>
        </p:nvPicPr>
        <p:blipFill rotWithShape="1">
          <a:blip r:embed="rId3">
            <a:alphaModFix/>
          </a:blip>
          <a:srcRect b="38251" l="51048" r="35216" t="14424"/>
          <a:stretch/>
        </p:blipFill>
        <p:spPr>
          <a:xfrm>
            <a:off x="152400" y="152400"/>
            <a:ext cx="890025" cy="859476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watermark.jpg" id="57" name="Google Shape;57;p13"/>
          <p:cNvPicPr preferRelativeResize="0"/>
          <p:nvPr/>
        </p:nvPicPr>
        <p:blipFill rotWithShape="1">
          <a:blip r:embed="rId3">
            <a:alphaModFix/>
          </a:blip>
          <a:srcRect b="38442" l="-230" r="230" t="8854"/>
          <a:stretch/>
        </p:blipFill>
        <p:spPr>
          <a:xfrm>
            <a:off x="-76200" y="4801375"/>
            <a:ext cx="2315821" cy="34212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4"/>
          <p:cNvSpPr txBox="1"/>
          <p:nvPr>
            <p:ph type="ctrTitle"/>
          </p:nvPr>
        </p:nvSpPr>
        <p:spPr>
          <a:xfrm>
            <a:off x="311700" y="1545450"/>
            <a:ext cx="8520600" cy="1404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latin typeface="Montserrat"/>
                <a:ea typeface="Montserrat"/>
                <a:cs typeface="Montserrat"/>
                <a:sym typeface="Montserrat"/>
              </a:rPr>
              <a:t>Chaining Comparison</a:t>
            </a:r>
            <a:endParaRPr b="1"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latin typeface="Montserrat"/>
                <a:ea typeface="Montserrat"/>
                <a:cs typeface="Montserrat"/>
                <a:sym typeface="Montserrat"/>
              </a:rPr>
              <a:t>Operators</a:t>
            </a:r>
            <a:endParaRPr b="1"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descr="watermark.jpg" id="63" name="Google Shape;63;p14"/>
          <p:cNvPicPr preferRelativeResize="0"/>
          <p:nvPr/>
        </p:nvPicPr>
        <p:blipFill rotWithShape="1">
          <a:blip r:embed="rId3">
            <a:alphaModFix/>
          </a:blip>
          <a:srcRect b="38251" l="51048" r="35216" t="14424"/>
          <a:stretch/>
        </p:blipFill>
        <p:spPr>
          <a:xfrm>
            <a:off x="152400" y="152400"/>
            <a:ext cx="890025" cy="859476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watermark.jpg" id="64" name="Google Shape;64;p14"/>
          <p:cNvPicPr preferRelativeResize="0"/>
          <p:nvPr/>
        </p:nvPicPr>
        <p:blipFill rotWithShape="1">
          <a:blip r:embed="rId3">
            <a:alphaModFix/>
          </a:blip>
          <a:srcRect b="38442" l="-230" r="230" t="8854"/>
          <a:stretch/>
        </p:blipFill>
        <p:spPr>
          <a:xfrm>
            <a:off x="-76200" y="4801375"/>
            <a:ext cx="2315821" cy="34212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FFAB40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